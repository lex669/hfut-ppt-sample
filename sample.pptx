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2D34"/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8717D-7AF8-48A6-AEED-901E35D1890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5A370-47B6-4F88-97B2-29FE0B511C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96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5A370-47B6-4F88-97B2-29FE0B511C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798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5A370-47B6-4F88-97B2-29FE0B511C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22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2050B-F517-B1CF-EA28-FB8F3407A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DE2BF5-4BA0-A399-D451-117F701C4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33891-F428-99B5-1B45-99BD2F06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694E4-CC92-A8C3-4743-E09DFA81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A7D052-8FC3-2A41-E16D-B453A5A0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35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C72C1-568E-0EBB-13A8-C94BB805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EF9467-D7A9-A81F-84BD-71775594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3B5BB-F5C2-2B70-3959-D53A8B36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3C8C58-2FD1-71BA-4B66-7880D26C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B0BD73-DA51-FF25-9F73-9F90709B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0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85A6F-055D-8974-992D-D6CC263C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66001-64B6-3530-9228-4E407A9B5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4E77F-1672-9345-2956-884B582E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B4C2F-D280-44E1-7B30-769DF975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A5303-6EAD-3EDA-0F29-7151AD7F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8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D9300-A290-8614-4A91-5389803A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725CB-336F-7187-8072-DF072DD51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02D986-7E27-EEE1-0822-A5E5F126D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E07365-C9A0-2B2B-074C-8768F010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EE9E66-477F-186D-4E37-7ADE7940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8576D7-1330-39F7-620A-44375923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72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01791-5EB3-3796-2BA0-BC45CC7A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0D3738-8879-6F55-2E52-84E546D3D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19288B-3801-14E7-865A-F0CFB3AB8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D11F21-EF2A-DB53-D126-37CC61B2A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AF79AF-7A35-BBD1-8B84-E26C24CD0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6266A9-60C5-4484-B1A2-A278E0E3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FAF6FB-792E-45C0-E4EC-2FBF89E05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9A0C48-27D2-FFC7-328C-626E522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26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AE7A8-417F-369D-0432-3A3118B2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AA3CBE-D6D7-1F4F-DC01-82476727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DC4EAD-3E88-0031-BB5A-F21BDE43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95C393-0A34-661B-E6EB-B9A6BD36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47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AA42C7-FB11-41F7-D173-FE111139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987BF-D4FA-FC66-5637-82FC2EB6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15E924-0587-970A-182D-0E1B6738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4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B663C-E868-3F9D-BCB5-BAF1A523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E46BF5-CAF9-2B05-6D49-3815BEA17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8CC3F2-F3DF-EF26-3C52-78A5C8C0B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FCBFED-C85C-82DA-CB50-A2EA0C03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0ED592-8532-A67E-94B5-9F2CC4A5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92C819-75BB-8349-E8D8-AF634F65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8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7C26C-D3E6-041C-BC82-7D7EAD06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3CA1F6-3681-D533-C47E-3F49BA8D0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946D4-3E1F-0801-0A29-BC3A88461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01D897-40C0-6CDD-E1EE-9CAFE6D7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D7BA7F-6758-1B8C-0F59-DEFB3909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913678-624E-BF8B-4C57-61D7C817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31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B3E72-F6F6-42FE-0C25-9C8ABEF8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6A8E38-2756-1BD9-8DCB-09E3335B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7AF03F-7734-5B81-CBE0-2C1403A2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3439E-B406-275E-F6B3-53484668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35CE9-EFDE-D8DB-5358-5B78BED0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84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F0E66-0E7D-471A-20E7-2ADAF7E0D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EB830F-88D8-FBA5-9DA1-1C2B54BC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6782D-3040-AF46-B21D-B6DAD437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C9EBE7-9EB2-5DB2-BC0C-DFCD84F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E2CC6-3D4B-4C9D-D447-747B7DFA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39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40F691-19C7-8123-8687-85C04225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9074BA-FF79-5A01-268D-72D9AC27E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F749A9-65B4-BED3-D63A-75F71E650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665F1-4C13-420B-A092-AC8A2BC3D27F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0F6B3-E0D5-741F-DBD2-AAB84D8DB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970C2-E385-27EC-B1E0-FC76438CC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1B519-D04C-4F5D-9DCC-9239A6C000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0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248FE95-C35D-444B-EB89-A226EC88F469}"/>
              </a:ext>
            </a:extLst>
          </p:cNvPr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endParaRPr lang="zh-CN" altLang="en-US" sz="32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79E687-79C5-7AB7-4586-91D1CD8B8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67733"/>
            <a:ext cx="2396067" cy="4495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A9692B-DFA5-E0FD-801A-B54449AD8C13}"/>
              </a:ext>
            </a:extLst>
          </p:cNvPr>
          <p:cNvSpPr txBox="1"/>
          <p:nvPr/>
        </p:nvSpPr>
        <p:spPr>
          <a:xfrm>
            <a:off x="694266" y="5113867"/>
            <a:ext cx="237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</a:p>
        </p:txBody>
      </p:sp>
    </p:spTree>
    <p:extLst>
      <p:ext uri="{BB962C8B-B14F-4D97-AF65-F5344CB8AC3E}">
        <p14:creationId xmlns:p14="http://schemas.microsoft.com/office/powerpoint/2010/main" val="132777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E3C3368-5805-6606-D7FD-2C7E686B4EBA}"/>
              </a:ext>
            </a:extLst>
          </p:cNvPr>
          <p:cNvSpPr txBox="1">
            <a:spLocks noChangeAspect="1"/>
          </p:cNvSpPr>
          <p:nvPr/>
        </p:nvSpPr>
        <p:spPr>
          <a:xfrm>
            <a:off x="3" y="0"/>
            <a:ext cx="3174998" cy="6858000"/>
          </a:xfrm>
          <a:prstGeom prst="rect">
            <a:avLst/>
          </a:prstGeom>
          <a:solidFill>
            <a:srgbClr val="B42D34"/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solidFill>
                <a:srgbClr val="FFFFFF"/>
              </a:solidFill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DE82C05-53F1-0D22-DD1E-E6E3F852548D}"/>
              </a:ext>
            </a:extLst>
          </p:cNvPr>
          <p:cNvGrpSpPr/>
          <p:nvPr/>
        </p:nvGrpSpPr>
        <p:grpSpPr>
          <a:xfrm>
            <a:off x="6096000" y="1947331"/>
            <a:ext cx="3293532" cy="804335"/>
            <a:chOff x="6096001" y="2607732"/>
            <a:chExt cx="3293532" cy="8043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22148425-4AA0-B8E2-B1F5-30E0B817D62F}"/>
                </a:ext>
              </a:extLst>
            </p:cNvPr>
            <p:cNvSpPr>
              <a:spLocks/>
            </p:cNvSpPr>
            <p:nvPr/>
          </p:nvSpPr>
          <p:spPr>
            <a:xfrm rot="16200000">
              <a:off x="6112934" y="2590799"/>
              <a:ext cx="804333" cy="838200"/>
            </a:xfrm>
            <a:prstGeom prst="round2SameRect">
              <a:avLst/>
            </a:prstGeom>
            <a:solidFill>
              <a:srgbClr val="B42D3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1" name="矩形: 圆顶角 20">
              <a:extLst>
                <a:ext uri="{FF2B5EF4-FFF2-40B4-BE49-F238E27FC236}">
                  <a16:creationId xmlns:a16="http://schemas.microsoft.com/office/drawing/2014/main" id="{0ED0D5E4-3732-B83E-06C3-79151B61EAE0}"/>
                </a:ext>
              </a:extLst>
            </p:cNvPr>
            <p:cNvSpPr>
              <a:spLocks/>
            </p:cNvSpPr>
            <p:nvPr/>
          </p:nvSpPr>
          <p:spPr>
            <a:xfrm rot="5400000">
              <a:off x="7759700" y="1782235"/>
              <a:ext cx="804333" cy="2455332"/>
            </a:xfrm>
            <a:prstGeom prst="round2Same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AE8090-2937-0172-BA26-ED6C0EF04807}"/>
              </a:ext>
            </a:extLst>
          </p:cNvPr>
          <p:cNvGrpSpPr/>
          <p:nvPr/>
        </p:nvGrpSpPr>
        <p:grpSpPr>
          <a:xfrm>
            <a:off x="6095998" y="3031061"/>
            <a:ext cx="3293532" cy="804335"/>
            <a:chOff x="6096001" y="2607732"/>
            <a:chExt cx="3293532" cy="8043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A845B4F9-E49E-DB4C-25A6-0EABF41C39AD}"/>
                </a:ext>
              </a:extLst>
            </p:cNvPr>
            <p:cNvSpPr>
              <a:spLocks/>
            </p:cNvSpPr>
            <p:nvPr/>
          </p:nvSpPr>
          <p:spPr>
            <a:xfrm rot="16200000">
              <a:off x="6112934" y="2590799"/>
              <a:ext cx="804333" cy="838200"/>
            </a:xfrm>
            <a:prstGeom prst="round2SameRect">
              <a:avLst/>
            </a:prstGeom>
            <a:solidFill>
              <a:srgbClr val="B42D3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DDB41516-0D14-3364-65E3-042A8E6DB41E}"/>
                </a:ext>
              </a:extLst>
            </p:cNvPr>
            <p:cNvSpPr>
              <a:spLocks/>
            </p:cNvSpPr>
            <p:nvPr/>
          </p:nvSpPr>
          <p:spPr>
            <a:xfrm rot="5400000">
              <a:off x="7759700" y="1782235"/>
              <a:ext cx="804333" cy="2455332"/>
            </a:xfrm>
            <a:prstGeom prst="round2Same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9BFE5C7-CA7F-2403-6F46-DCC1937D4D79}"/>
              </a:ext>
            </a:extLst>
          </p:cNvPr>
          <p:cNvGrpSpPr/>
          <p:nvPr/>
        </p:nvGrpSpPr>
        <p:grpSpPr>
          <a:xfrm>
            <a:off x="6095998" y="4114796"/>
            <a:ext cx="3293532" cy="804335"/>
            <a:chOff x="6096001" y="2607732"/>
            <a:chExt cx="3293532" cy="8043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9E16D9A7-AB9A-4C17-0707-9922AD516FFE}"/>
                </a:ext>
              </a:extLst>
            </p:cNvPr>
            <p:cNvSpPr>
              <a:spLocks/>
            </p:cNvSpPr>
            <p:nvPr/>
          </p:nvSpPr>
          <p:spPr>
            <a:xfrm rot="16200000">
              <a:off x="6112934" y="2590799"/>
              <a:ext cx="804333" cy="838200"/>
            </a:xfrm>
            <a:prstGeom prst="round2SameRect">
              <a:avLst/>
            </a:prstGeom>
            <a:solidFill>
              <a:srgbClr val="B42D3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8" name="矩形: 圆顶角 27">
              <a:extLst>
                <a:ext uri="{FF2B5EF4-FFF2-40B4-BE49-F238E27FC236}">
                  <a16:creationId xmlns:a16="http://schemas.microsoft.com/office/drawing/2014/main" id="{BFC0F5EC-AA48-336E-2885-127C5E80F832}"/>
                </a:ext>
              </a:extLst>
            </p:cNvPr>
            <p:cNvSpPr>
              <a:spLocks/>
            </p:cNvSpPr>
            <p:nvPr/>
          </p:nvSpPr>
          <p:spPr>
            <a:xfrm rot="5400000">
              <a:off x="7759700" y="1782235"/>
              <a:ext cx="804333" cy="2455332"/>
            </a:xfrm>
            <a:prstGeom prst="round2Same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583167DF-BB3E-E143-7E1A-B36AF9A804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87"/>
          <a:stretch>
            <a:fillRect/>
          </a:stretch>
        </p:blipFill>
        <p:spPr>
          <a:xfrm>
            <a:off x="796050" y="1370827"/>
            <a:ext cx="1585968" cy="151707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104144B4-E961-3A97-D7EC-B6967900AD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7"/>
          <a:stretch>
            <a:fillRect/>
          </a:stretch>
        </p:blipFill>
        <p:spPr>
          <a:xfrm>
            <a:off x="228967" y="3429000"/>
            <a:ext cx="2802221" cy="6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57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5123E7-E8D8-41C2-EBC9-5E67737AB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67733"/>
            <a:ext cx="2396067" cy="44952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0F877E3-194A-D02E-5FCA-177945BB01A7}"/>
              </a:ext>
            </a:extLst>
          </p:cNvPr>
          <p:cNvCxnSpPr>
            <a:cxnSpLocks/>
          </p:cNvCxnSpPr>
          <p:nvPr/>
        </p:nvCxnSpPr>
        <p:spPr>
          <a:xfrm>
            <a:off x="711200" y="517257"/>
            <a:ext cx="8863200" cy="0"/>
          </a:xfrm>
          <a:prstGeom prst="line">
            <a:avLst/>
          </a:prstGeom>
          <a:ln w="38100" cap="sq" cmpd="sng">
            <a:solidFill>
              <a:srgbClr val="C00000"/>
            </a:solidFill>
            <a:prstDash val="solid"/>
            <a:miter lim="800000"/>
            <a:tailEnd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C73FED4-2607-34C8-EA38-8EFE5DAA6CC3}"/>
              </a:ext>
            </a:extLst>
          </p:cNvPr>
          <p:cNvSpPr txBox="1"/>
          <p:nvPr/>
        </p:nvSpPr>
        <p:spPr>
          <a:xfrm>
            <a:off x="711200" y="114058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D2FDF9-6CD1-110C-90F4-0859E6F9B315}"/>
              </a:ext>
            </a:extLst>
          </p:cNvPr>
          <p:cNvSpPr/>
          <p:nvPr/>
        </p:nvSpPr>
        <p:spPr>
          <a:xfrm>
            <a:off x="127000" y="114058"/>
            <a:ext cx="465673" cy="409428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1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2293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7B5-F491-B7B8-5A06-00E168EF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365282-CB39-2F4D-F3BB-A68B1938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67733"/>
            <a:ext cx="2396067" cy="44952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99E28CC-182F-025E-0CA8-2B8B6DDFC818}"/>
              </a:ext>
            </a:extLst>
          </p:cNvPr>
          <p:cNvCxnSpPr>
            <a:cxnSpLocks/>
          </p:cNvCxnSpPr>
          <p:nvPr/>
        </p:nvCxnSpPr>
        <p:spPr>
          <a:xfrm>
            <a:off x="711200" y="517257"/>
            <a:ext cx="8864600" cy="0"/>
          </a:xfrm>
          <a:prstGeom prst="line">
            <a:avLst/>
          </a:prstGeom>
          <a:ln w="38100" cap="sq" cmpd="sng">
            <a:solidFill>
              <a:srgbClr val="C00000"/>
            </a:solidFill>
            <a:prstDash val="solid"/>
            <a:tailEnd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573F703-10E9-A98A-7C0D-CEAF818432B2}"/>
              </a:ext>
            </a:extLst>
          </p:cNvPr>
          <p:cNvSpPr txBox="1"/>
          <p:nvPr/>
        </p:nvSpPr>
        <p:spPr>
          <a:xfrm>
            <a:off x="711200" y="114058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6EFDFE-3BEB-B5EB-68C9-D5BF4A10D57E}"/>
              </a:ext>
            </a:extLst>
          </p:cNvPr>
          <p:cNvSpPr/>
          <p:nvPr/>
        </p:nvSpPr>
        <p:spPr>
          <a:xfrm>
            <a:off x="127000" y="114058"/>
            <a:ext cx="465673" cy="409428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2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55189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F64B-4233-7C10-5F0A-410F01B7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99A153-6361-2150-12B8-AAC13925C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67733"/>
            <a:ext cx="2396067" cy="44952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9C84519-198D-66FF-3C53-6ED5582B5306}"/>
              </a:ext>
            </a:extLst>
          </p:cNvPr>
          <p:cNvCxnSpPr>
            <a:cxnSpLocks/>
          </p:cNvCxnSpPr>
          <p:nvPr/>
        </p:nvCxnSpPr>
        <p:spPr>
          <a:xfrm>
            <a:off x="711200" y="517257"/>
            <a:ext cx="8864600" cy="0"/>
          </a:xfrm>
          <a:prstGeom prst="line">
            <a:avLst/>
          </a:prstGeom>
          <a:ln w="38100" cap="sq" cmpd="sng">
            <a:solidFill>
              <a:srgbClr val="C00000"/>
            </a:solidFill>
            <a:prstDash val="solid"/>
            <a:tailEnd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4488A7C-8C6A-EF8A-D23A-72B245FDC4FF}"/>
              </a:ext>
            </a:extLst>
          </p:cNvPr>
          <p:cNvSpPr txBox="1"/>
          <p:nvPr/>
        </p:nvSpPr>
        <p:spPr>
          <a:xfrm>
            <a:off x="711200" y="114058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956FD9-B999-5610-3216-BED076DB909A}"/>
              </a:ext>
            </a:extLst>
          </p:cNvPr>
          <p:cNvSpPr/>
          <p:nvPr/>
        </p:nvSpPr>
        <p:spPr>
          <a:xfrm>
            <a:off x="127000" y="114058"/>
            <a:ext cx="465673" cy="409428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3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6152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3746BD4-1EDA-8ECB-B971-85824BF9B4E9}"/>
              </a:ext>
            </a:extLst>
          </p:cNvPr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spc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恳请各位老师同学批评指正！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136B82-0088-B15E-0394-6853BDD03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67733"/>
            <a:ext cx="2396067" cy="44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01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35</Words>
  <Application>Microsoft Office PowerPoint</Application>
  <PresentationFormat>宽屏</PresentationFormat>
  <Paragraphs>19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等线</vt:lpstr>
      <vt:lpstr>等线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MLY C</dc:creator>
  <cp:lastModifiedBy>MLY C</cp:lastModifiedBy>
  <cp:revision>68</cp:revision>
  <dcterms:created xsi:type="dcterms:W3CDTF">2026-07-24T12:01:22Z</dcterms:created>
  <dcterms:modified xsi:type="dcterms:W3CDTF">2026-08-17T05:56:57Z</dcterms:modified>
</cp:coreProperties>
</file>